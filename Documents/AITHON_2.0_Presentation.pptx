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jNtM0Ra/JPZNbRAXhrACfYUi0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2052827" y="-16002"/>
            <a:ext cx="5038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imes New Roman"/>
              <a:buNone/>
            </a:pPr>
            <a:r>
              <a:rPr b="1" i="0" lang="en-US" sz="44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AITHON 2.0</a:t>
            </a:r>
            <a:endParaRPr b="0" i="0" sz="440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2624327" y="824367"/>
            <a:ext cx="38953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r>
              <a:rPr b="1" i="0" lang="en-US" sz="16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</a:t>
            </a:r>
            <a:endParaRPr b="0" i="0" sz="160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13232" y="1965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Track  —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713232" y="244452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  —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13232" y="2883877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 —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13232" y="33375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  —  Software / Hardware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713232" y="37947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 —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13232" y="4251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b="0" i="0" lang="en-US" sz="1450" u="none" cap="none" strike="noStrik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 —</a:t>
            </a:r>
            <a:endParaRPr b="0" i="0" sz="1450" u="none" cap="none" strike="noStrik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7413" y="96063"/>
            <a:ext cx="1663624" cy="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1563624" y="1066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005840" y="105156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/ IDEA NAME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1005840" y="132588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Enter the project or idea name ]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1005840" y="189280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ONE-LINE TAGLINE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1005840" y="2167128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i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A crisp single-line tagline that captures the idea ]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005840" y="273405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BEING ADDRESSED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005840" y="3008376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Describe the core problem this idea solves in 2–3 lines ]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1005840" y="3575304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005840" y="3849624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Summarize the proposed solution and its key differentiators ]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58368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1551492" y="228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685800" y="1179195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/ TOOLS USED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685800" y="1600200"/>
            <a:ext cx="33375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&amp; Backend frameworks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ML libraries &amp; models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&amp; deployment tools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 &amp; CI/CD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5120640" y="1179195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5120640" y="1627632"/>
            <a:ext cx="33375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Modular, layered architecture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components for core logic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Database, API &amp; cloud integration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Char char="▪"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Secure, scalable request flow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6277356" y="4174236"/>
            <a:ext cx="64008" cy="64008"/>
          </a:xfrm>
          <a:prstGeom prst="ellipse">
            <a:avLst/>
          </a:prstGeom>
          <a:solidFill>
            <a:srgbClr val="1E276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1463040" y="5107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31520" y="1269091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31520" y="182880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of required technologies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requirements &amp; resources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846320" y="1269091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4846320" y="182880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Ease of implementation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Ease of adoption by users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31520" y="2558395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31520" y="3090672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cost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/ resource requirements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4846320" y="2559197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&amp; SUSTAINABILITY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4846320" y="3097249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expansion potential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0C0C0C"/>
              </a:buClr>
              <a:buSzPts val="1150"/>
              <a:buFont typeface="Times New Roman"/>
              <a:buChar char="▪"/>
            </a:pPr>
            <a:r>
              <a:rPr lang="en-US" sz="11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usability, maintenance &amp; scalability</a:t>
            </a:r>
            <a:endParaRPr sz="11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/>
        </p:nvSpPr>
        <p:spPr>
          <a:xfrm>
            <a:off x="1463040" y="9385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1792" y="1248156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621792" y="1248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115568" y="1005840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Benefits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374136" y="1248156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3374136" y="1248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3867912" y="1005840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Impact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126480" y="1248156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6126480" y="1248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620256" y="1005840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Impact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1792" y="2263140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621792" y="22631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1115568" y="2020824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Impact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374136" y="2263140"/>
            <a:ext cx="384048" cy="384048"/>
          </a:xfrm>
          <a:prstGeom prst="ellipse">
            <a:avLst/>
          </a:prstGeom>
          <a:solidFill>
            <a:srgbClr val="CADCFC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3374136" y="22631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3867912" y="2020824"/>
            <a:ext cx="18013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&amp; Productivity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457200" y="28803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b="1"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PATHWAY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04088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704088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505456" y="3561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2688336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2688336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489704" y="3561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672584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4672584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473952" y="3561588"/>
            <a:ext cx="164592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656832" y="3246120"/>
            <a:ext cx="1783080" cy="777240"/>
          </a:xfrm>
          <a:prstGeom prst="roundRect">
            <a:avLst>
              <a:gd fmla="val 9412" name="adj"/>
            </a:avLst>
          </a:prstGeom>
          <a:solidFill>
            <a:srgbClr val="6C6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6656832" y="32461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364566" y="8071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685800" y="128016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/ LITERATURE SURVEY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685800" y="1691640"/>
            <a:ext cx="3337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research papers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&amp; products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reports &amp; market studies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Char char="▪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used for training / testing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663440" y="128016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4663440" y="1691640"/>
            <a:ext cx="3887001" cy="146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papers (IEEE / ACM / arXiv, etc.)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websites &amp; documentation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 / SDKs referenced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Calibri"/>
              <a:buAutoNum type="arabicPeriod"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/ official data sources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1636776" y="7781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2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896112" y="109728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all information concise and relevant.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896112" y="166420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explain the problem and proposed solution.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896112" y="2231136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authentic research and reliable references.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896112" y="2798064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technical claims are realistic and implementable.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4873752" y="1097280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consistency in fonts, colors, and formatting.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4873752" y="166420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diagrams / flowcharts wherever they improve understanding.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4873752" y="271576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unnecessary text and decorative elements.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4873752" y="2176272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50"/>
              <a:buFont typeface="Times New Roman"/>
              <a:buNone/>
            </a:pPr>
            <a:r>
              <a:rPr lang="en-US" sz="125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all team / project information is accurate.</a:t>
            </a:r>
            <a:endParaRPr sz="125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2026-09-05T05:55:12Z</dcterms:created>
  <dc:creator>PptxGenJS</dc:creator>
</cp:coreProperties>
</file>