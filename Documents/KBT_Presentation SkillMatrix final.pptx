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gjNtM0Ra/JPZNbRAXhrACfYUi0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/>
        </p:nvSpPr>
        <p:spPr>
          <a:xfrm>
            <a:off x="2052827" y="-106290"/>
            <a:ext cx="503834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0C0C0C"/>
              </a:buClr>
              <a:buSzPts val="4400"/>
            </a:pPr>
            <a:r>
              <a:rPr lang="en-US" sz="44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INNOVISTA 2026</a:t>
            </a:r>
            <a:endParaRPr sz="44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2624327" y="824367"/>
            <a:ext cx="38953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endParaRPr lang="en-US"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792638" y="1639507"/>
            <a:ext cx="5694443" cy="26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Track  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IN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</a:t>
            </a:r>
            <a:r>
              <a:rPr lang="en-IN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IN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 Applications.</a:t>
            </a:r>
            <a:endParaRPr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792639" y="2086251"/>
            <a:ext cx="6794473" cy="19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  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 Personalized Learning Assistant.</a:t>
            </a:r>
            <a:endParaRPr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92639" y="2395205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— Smart Education/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EdTech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792639" y="275425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  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 Software </a:t>
            </a:r>
            <a:endParaRPr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792639" y="3055480"/>
            <a:ext cx="5749444" cy="99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 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SkillMatix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</a:t>
            </a:r>
          </a:p>
          <a:p>
            <a:pPr lvl="0">
              <a:buClr>
                <a:srgbClr val="0C0C0C"/>
              </a:buClr>
              <a:buSzPts val="1450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0C0C0C"/>
              </a:buClr>
              <a:buSzPts val="1450"/>
            </a:pPr>
            <a:endParaRPr lang="en-US" sz="1600" i="0" u="none" strike="noStrike" cap="none" dirty="0">
              <a:solidFill>
                <a:srgbClr val="0C0C0C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C7A7D8-F54E-5C1C-7A37-73A10165C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782" y="549619"/>
            <a:ext cx="6884434" cy="994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0DA02D-7211-9944-79EC-EB39D1C00C58}"/>
              </a:ext>
            </a:extLst>
          </p:cNvPr>
          <p:cNvSpPr txBox="1"/>
          <p:nvPr/>
        </p:nvSpPr>
        <p:spPr>
          <a:xfrm>
            <a:off x="717905" y="3516663"/>
            <a:ext cx="78670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</a:t>
            </a:r>
            <a:r>
              <a:rPr lang="en-IN" sz="16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 </a:t>
            </a:r>
            <a:r>
              <a:rPr lang="en-IN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</a:p>
          <a:p>
            <a:pPr marL="342900" lvl="5" indent="-342900">
              <a:buClr>
                <a:srgbClr val="0C0C0C"/>
              </a:buClr>
              <a:buSzPts val="1450"/>
              <a:buFont typeface="+mj-lt"/>
              <a:buAutoNum type="arabicPeriod"/>
            </a:pPr>
            <a:r>
              <a:rPr lang="en-IN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Rutuja Deshmukh – </a:t>
            </a:r>
            <a:r>
              <a:rPr lang="en-US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 Bhujbal Knowledge City, Institute of Engineering</a:t>
            </a:r>
            <a:r>
              <a:rPr lang="en-IN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AIDS - SY</a:t>
            </a:r>
          </a:p>
          <a:p>
            <a:pPr marL="342900" lvl="5" indent="-342900">
              <a:buClr>
                <a:srgbClr val="0C0C0C"/>
              </a:buClr>
              <a:buSzPts val="1450"/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Rajshree Patil - </a:t>
            </a:r>
            <a:r>
              <a:rPr lang="en-US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 Bhujbal Knowledge City, Institute of Engineering</a:t>
            </a:r>
            <a:r>
              <a:rPr lang="en-IN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AIDS - SY</a:t>
            </a:r>
            <a:endParaRPr lang="en-US" sz="1600" i="0" u="none" strike="noStrike" cap="none" dirty="0">
              <a:solidFill>
                <a:srgbClr val="0C0C0C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5" indent="-342900">
              <a:buClr>
                <a:srgbClr val="0C0C0C"/>
              </a:buClr>
              <a:buSzPts val="1450"/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Aaryan </a:t>
            </a:r>
            <a:r>
              <a:rPr lang="en-US" sz="1600" i="0" u="none" strike="noStrike" cap="none" dirty="0" err="1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Vispute</a:t>
            </a: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– KKWIEER – CE - SY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811E5-C666-2CC8-E3F0-422B0EA66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2511"/>
            <a:ext cx="9192126" cy="4819507"/>
          </a:xfrm>
          <a:prstGeom prst="rect">
            <a:avLst/>
          </a:prstGeom>
        </p:spPr>
      </p:pic>
      <p:sp>
        <p:nvSpPr>
          <p:cNvPr id="28" name="Google Shape;28;p2"/>
          <p:cNvSpPr txBox="1"/>
          <p:nvPr/>
        </p:nvSpPr>
        <p:spPr>
          <a:xfrm>
            <a:off x="1563624" y="10668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28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58368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81AEE3-5E04-BCBD-9CB5-D9E9E1033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134"/>
            <a:ext cx="9144000" cy="4833257"/>
          </a:xfrm>
          <a:prstGeom prst="rect">
            <a:avLst/>
          </a:prstGeom>
        </p:spPr>
      </p:pic>
      <p:sp>
        <p:nvSpPr>
          <p:cNvPr id="46" name="Google Shape;46;p3"/>
          <p:cNvSpPr txBox="1"/>
          <p:nvPr/>
        </p:nvSpPr>
        <p:spPr>
          <a:xfrm>
            <a:off x="1551492" y="2286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BCD44E-A713-8C1E-DF5A-B4FAE2155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0141"/>
            <a:ext cx="9144000" cy="4819377"/>
          </a:xfrm>
          <a:prstGeom prst="rect">
            <a:avLst/>
          </a:prstGeom>
        </p:spPr>
      </p:pic>
      <p:sp>
        <p:nvSpPr>
          <p:cNvPr id="60" name="Google Shape;60;p4"/>
          <p:cNvSpPr txBox="1"/>
          <p:nvPr/>
        </p:nvSpPr>
        <p:spPr>
          <a:xfrm>
            <a:off x="1463040" y="5107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28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8690DE-AA9F-5969-F0DD-3483CA5EDB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52"/>
          <a:stretch>
            <a:fillRect/>
          </a:stretch>
        </p:blipFill>
        <p:spPr>
          <a:xfrm>
            <a:off x="2430" y="398761"/>
            <a:ext cx="9141570" cy="4744739"/>
          </a:xfrm>
          <a:prstGeom prst="rect">
            <a:avLst/>
          </a:prstGeom>
        </p:spPr>
      </p:pic>
      <p:sp>
        <p:nvSpPr>
          <p:cNvPr id="77" name="Google Shape;77;p5"/>
          <p:cNvSpPr txBox="1"/>
          <p:nvPr/>
        </p:nvSpPr>
        <p:spPr>
          <a:xfrm>
            <a:off x="1463040" y="9385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BFE55A-D695-DF8A-6FAE-05209E8BB5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81"/>
          <a:stretch>
            <a:fillRect/>
          </a:stretch>
        </p:blipFill>
        <p:spPr>
          <a:xfrm>
            <a:off x="0" y="460638"/>
            <a:ext cx="9144000" cy="4682862"/>
          </a:xfrm>
          <a:prstGeom prst="rect">
            <a:avLst/>
          </a:prstGeom>
        </p:spPr>
      </p:pic>
      <p:sp>
        <p:nvSpPr>
          <p:cNvPr id="113" name="Google Shape;113;p6"/>
          <p:cNvSpPr txBox="1"/>
          <p:nvPr/>
        </p:nvSpPr>
        <p:spPr>
          <a:xfrm>
            <a:off x="1364566" y="80718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507D5-788D-2E56-C210-496399D57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05" y="937157"/>
            <a:ext cx="1472321" cy="714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CCA695-D440-0C19-7952-E6B653F77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049" y="937157"/>
            <a:ext cx="1472321" cy="715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36E3A2-AE0B-9601-ED2E-7D5C0172D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411" y="1686134"/>
            <a:ext cx="1472322" cy="7155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573679-B7FD-5A30-54D5-49583A7FB1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5049" y="1686134"/>
            <a:ext cx="1472321" cy="7174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98</Words>
  <Application>Microsoft Office PowerPoint</Application>
  <PresentationFormat>On-screen Show (16:9)</PresentationFormat>
  <Paragraphs>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Rutuja Deshmukh</cp:lastModifiedBy>
  <cp:revision>10</cp:revision>
  <dcterms:created xsi:type="dcterms:W3CDTF">2026-09-05T05:55:12Z</dcterms:created>
  <dcterms:modified xsi:type="dcterms:W3CDTF">2026-10-12T19:01:47Z</dcterms:modified>
</cp:coreProperties>
</file>