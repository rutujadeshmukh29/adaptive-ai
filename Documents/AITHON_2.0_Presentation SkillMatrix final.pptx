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2" roundtripDataSignature="AMtx7mgjNtM0Ra/JPZNbRAXhrACfYUi0Y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17B353D-4477-4180-AC8B-3638D6DB479D}" v="2" dt="2026-10-04T18:34:50.17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63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customschemas.google.com/relationships/presentationmetadata" Target="metadata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4" Type="http://schemas.openxmlformats.org/officeDocument/2006/relationships/slide" Target="slides/slide3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857400" y="685800"/>
            <a:ext cx="34291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0;p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" name="Google Shape;25;p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" name="Google Shape;43;p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6" name="Google Shape;56;p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4" name="Google Shape;74;p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0" name="Google Shape;110;p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5.jpg"/><Relationship Id="rId4" Type="http://schemas.openxmlformats.org/officeDocument/2006/relationships/image" Target="../media/image1.png"/><Relationship Id="rId9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 txBox="1"/>
          <p:nvPr/>
        </p:nvSpPr>
        <p:spPr>
          <a:xfrm>
            <a:off x="2052827" y="-106290"/>
            <a:ext cx="5038344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400"/>
              <a:buFont typeface="Times New Roman"/>
              <a:buNone/>
            </a:pPr>
            <a:r>
              <a:rPr lang="en-US" sz="4400" b="1" i="0" u="none" strike="noStrike" cap="none" dirty="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AITHON 2.0</a:t>
            </a:r>
            <a:endParaRPr sz="4400" b="0" i="0" u="none" strike="noStrike" cap="none" dirty="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" name="Google Shape;13;p1"/>
          <p:cNvSpPr txBox="1"/>
          <p:nvPr/>
        </p:nvSpPr>
        <p:spPr>
          <a:xfrm>
            <a:off x="2624327" y="824367"/>
            <a:ext cx="3895345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800"/>
              <a:buFont typeface="Times New Roman"/>
              <a:buNone/>
            </a:pPr>
            <a:endParaRPr lang="en-US" sz="1600" b="0" i="0" u="none" strike="noStrike" cap="none" dirty="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" name="Google Shape;14;p1"/>
          <p:cNvSpPr txBox="1"/>
          <p:nvPr/>
        </p:nvSpPr>
        <p:spPr>
          <a:xfrm>
            <a:off x="713232" y="139863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0C0C0C"/>
              </a:buClr>
              <a:buSzPts val="1450"/>
            </a:pPr>
            <a:r>
              <a:rPr lang="en-US" sz="1600" b="1" i="0" u="none" strike="noStrike" cap="none" dirty="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 Track  </a:t>
            </a:r>
            <a:r>
              <a:rPr lang="en-US" sz="1600" b="0" i="0" u="none" strike="noStrike" cap="none" dirty="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—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EdTech</a:t>
            </a:r>
            <a:endParaRPr sz="1600" b="0" i="0" u="none" strike="noStrike" cap="none" dirty="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" name="Google Shape;15;p1"/>
          <p:cNvSpPr txBox="1"/>
          <p:nvPr/>
        </p:nvSpPr>
        <p:spPr>
          <a:xfrm>
            <a:off x="713232" y="1845119"/>
            <a:ext cx="6794473" cy="192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0C0C0C"/>
              </a:buClr>
              <a:buSzPts val="1450"/>
            </a:pPr>
            <a:r>
              <a:rPr lang="en-US" sz="1600" b="1" i="0" u="none" strike="noStrike" cap="none" dirty="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 Title  </a:t>
            </a:r>
            <a:r>
              <a:rPr lang="en-US" sz="1600" b="0" i="0" u="none" strike="noStrike" cap="none" dirty="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—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AdaptEd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- Personalized Learning Assistant.</a:t>
            </a:r>
            <a:endParaRPr sz="1600" b="0" i="0" u="none" strike="noStrike" cap="none" dirty="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" name="Google Shape;16;p1"/>
          <p:cNvSpPr txBox="1"/>
          <p:nvPr/>
        </p:nvSpPr>
        <p:spPr>
          <a:xfrm>
            <a:off x="713232" y="2101587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0C0C0C"/>
              </a:buClr>
              <a:buSzPts val="1450"/>
            </a:pPr>
            <a:r>
              <a:rPr lang="en-US" sz="1600" b="1" i="0" u="none" strike="noStrike" cap="none" dirty="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Theme</a:t>
            </a:r>
            <a:r>
              <a:rPr lang="en-US" sz="1600" b="0" i="0" u="none" strike="noStrike" cap="none" dirty="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— Smart Education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1600" b="0" i="0" u="none" strike="noStrike" cap="none" dirty="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" name="Google Shape;17;p1"/>
          <p:cNvSpPr txBox="1"/>
          <p:nvPr/>
        </p:nvSpPr>
        <p:spPr>
          <a:xfrm>
            <a:off x="713232" y="2448843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450"/>
              <a:buFont typeface="Times New Roman"/>
              <a:buNone/>
            </a:pPr>
            <a:r>
              <a:rPr lang="en-US" sz="1600" b="1" i="0" u="none" strike="noStrike" cap="none" dirty="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PS Category  </a:t>
            </a:r>
            <a:r>
              <a:rPr lang="en-US" sz="1600" b="0" i="0" u="none" strike="noStrike" cap="none" dirty="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—  Software </a:t>
            </a:r>
            <a:endParaRPr sz="1600" b="0" i="0" u="none" strike="noStrike" cap="none" dirty="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" name="Google Shape;19;p1"/>
          <p:cNvSpPr txBox="1"/>
          <p:nvPr/>
        </p:nvSpPr>
        <p:spPr>
          <a:xfrm>
            <a:off x="713232" y="2698902"/>
            <a:ext cx="5749444" cy="993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0C0C0C"/>
              </a:buClr>
              <a:buSzPts val="1450"/>
            </a:pPr>
            <a:r>
              <a:rPr lang="en-US" sz="1600" b="1" i="0" u="none" strike="noStrike" cap="none" dirty="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Name  </a:t>
            </a:r>
            <a:r>
              <a:rPr lang="en-US" sz="1600" b="0" i="0" u="none" strike="noStrike" cap="none" dirty="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—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SkillMatix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         Team ID - TEAM-634</a:t>
            </a:r>
          </a:p>
          <a:p>
            <a:pPr lvl="0">
              <a:buClr>
                <a:srgbClr val="0C0C0C"/>
              </a:buClr>
              <a:buSzPts val="1450"/>
            </a:pP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buClr>
                <a:srgbClr val="0C0C0C"/>
              </a:buClr>
              <a:buSzPts val="1450"/>
            </a:pPr>
            <a:endParaRPr lang="en-US" sz="1600" i="0" u="none" strike="noStrike" cap="none" dirty="0">
              <a:solidFill>
                <a:srgbClr val="0C0C0C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-1" y="4864608"/>
            <a:ext cx="9144001" cy="278892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@AITHON2.0 Template Submission</a:t>
            </a:r>
            <a:endParaRPr/>
          </a:p>
        </p:txBody>
      </p:sp>
      <p:pic>
        <p:nvPicPr>
          <p:cNvPr id="21" name="Google Shape;21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7102" y="107713"/>
            <a:ext cx="1195938" cy="49631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07413" y="96063"/>
            <a:ext cx="1663624" cy="43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8C7A7D8-F54E-5C1C-7A37-73A10165C0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9782" y="549619"/>
            <a:ext cx="6884434" cy="99453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40DA02D-7211-9944-79EC-EB39D1C00C58}"/>
              </a:ext>
            </a:extLst>
          </p:cNvPr>
          <p:cNvSpPr txBox="1"/>
          <p:nvPr/>
        </p:nvSpPr>
        <p:spPr>
          <a:xfrm>
            <a:off x="623855" y="3113931"/>
            <a:ext cx="786700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buClr>
                <a:srgbClr val="0C0C0C"/>
              </a:buClr>
              <a:buSzPts val="1450"/>
            </a:pPr>
            <a:r>
              <a:rPr lang="en-US" sz="1600" b="1" dirty="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</a:t>
            </a:r>
            <a:r>
              <a:rPr lang="en-IN" sz="1600" b="1" dirty="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Members </a:t>
            </a:r>
            <a:r>
              <a:rPr lang="en-IN" sz="1600" dirty="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 </a:t>
            </a:r>
          </a:p>
          <a:p>
            <a:pPr marL="342900" lvl="5" indent="-342900">
              <a:buClr>
                <a:srgbClr val="0C0C0C"/>
              </a:buClr>
              <a:buSzPts val="1450"/>
              <a:buFont typeface="+mj-lt"/>
              <a:buAutoNum type="arabicPeriod"/>
            </a:pPr>
            <a:r>
              <a:rPr lang="en-IN" sz="1600" dirty="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Rutuja Deshmukh – </a:t>
            </a:r>
            <a:r>
              <a:rPr lang="en-US" sz="1600" dirty="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 Bhujbal Knowledge City, Institute of Engineering</a:t>
            </a:r>
            <a:r>
              <a:rPr lang="en-IN" sz="1600" dirty="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AIDS - SY</a:t>
            </a:r>
          </a:p>
          <a:p>
            <a:pPr marL="342900" lvl="5" indent="-342900">
              <a:buClr>
                <a:srgbClr val="0C0C0C"/>
              </a:buClr>
              <a:buSzPts val="1450"/>
              <a:buFont typeface="+mj-lt"/>
              <a:buAutoNum type="arabicPeriod"/>
            </a:pPr>
            <a:r>
              <a:rPr lang="en-US" sz="1600" i="0" u="none" strike="noStrike" cap="none" dirty="0">
                <a:solidFill>
                  <a:srgbClr val="0C0C0C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Rajshree Patil - </a:t>
            </a:r>
            <a:r>
              <a:rPr lang="en-US" sz="1600" dirty="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 Bhujbal Knowledge City, Institute of Engineering</a:t>
            </a:r>
            <a:r>
              <a:rPr lang="en-IN" sz="1600" dirty="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AIDS - SY</a:t>
            </a:r>
            <a:endParaRPr lang="en-US" sz="1600" i="0" u="none" strike="noStrike" cap="none" dirty="0">
              <a:solidFill>
                <a:srgbClr val="0C0C0C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342900" lvl="5" indent="-342900">
              <a:buClr>
                <a:srgbClr val="0C0C0C"/>
              </a:buClr>
              <a:buSzPts val="1450"/>
              <a:buFont typeface="+mj-lt"/>
              <a:buAutoNum type="arabicPeriod"/>
            </a:pPr>
            <a:r>
              <a:rPr lang="en-US" sz="1600" i="0" u="none" strike="noStrike" cap="none" dirty="0">
                <a:solidFill>
                  <a:srgbClr val="0C0C0C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Aaryan </a:t>
            </a:r>
            <a:r>
              <a:rPr lang="en-US" sz="1600" i="0" u="none" strike="noStrike" cap="none" dirty="0" err="1">
                <a:solidFill>
                  <a:srgbClr val="0C0C0C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Vispute</a:t>
            </a:r>
            <a:r>
              <a:rPr lang="en-US" sz="1600" i="0" u="none" strike="noStrike" cap="none" dirty="0">
                <a:solidFill>
                  <a:srgbClr val="0C0C0C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– KKWIEER – CE - SY</a:t>
            </a:r>
          </a:p>
          <a:p>
            <a:pPr marL="342900" lvl="5" indent="-342900">
              <a:buClr>
                <a:srgbClr val="0C0C0C"/>
              </a:buClr>
              <a:buSzPts val="1450"/>
              <a:buFont typeface="+mj-lt"/>
              <a:buAutoNum type="arabicPeriod"/>
            </a:pPr>
            <a:r>
              <a:rPr lang="en-US" sz="1600" i="0" u="none" strike="noStrike" cap="none" dirty="0">
                <a:solidFill>
                  <a:srgbClr val="0C0C0C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Utkarsha Nikam </a:t>
            </a:r>
            <a:r>
              <a:rPr lang="en-US" sz="1600" dirty="0">
                <a:solidFill>
                  <a:srgbClr val="0C0C0C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– KKWIEER - Robotics &amp; Automation - SY</a:t>
            </a:r>
            <a:endParaRPr lang="en-US" sz="1600" i="0" u="none" strike="noStrike" cap="none" dirty="0">
              <a:solidFill>
                <a:srgbClr val="0C0C0C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342900" lvl="5" indent="-342900">
              <a:buClr>
                <a:srgbClr val="0C0C0C"/>
              </a:buClr>
              <a:buSzPts val="1450"/>
              <a:buFont typeface="+mj-lt"/>
              <a:buAutoNum type="arabicPeriod"/>
            </a:pPr>
            <a:r>
              <a:rPr lang="en-US" sz="1600" i="0" u="none" strike="noStrike" cap="none" dirty="0">
                <a:solidFill>
                  <a:srgbClr val="0C0C0C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Prathamesh </a:t>
            </a:r>
            <a:r>
              <a:rPr lang="en-US" sz="1600" i="0" u="none" strike="noStrike" cap="none" dirty="0" err="1">
                <a:solidFill>
                  <a:srgbClr val="0C0C0C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Gadakh</a:t>
            </a:r>
            <a:r>
              <a:rPr lang="en-US" sz="1600" i="0" u="none" strike="noStrike" cap="none" dirty="0">
                <a:solidFill>
                  <a:srgbClr val="0C0C0C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- Gokhale Education Society's R. H. </a:t>
            </a:r>
            <a:r>
              <a:rPr lang="en-US" sz="1600" i="0" u="none" strike="noStrike" cap="none" dirty="0" err="1">
                <a:solidFill>
                  <a:srgbClr val="0C0C0C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Sapat</a:t>
            </a:r>
            <a:r>
              <a:rPr lang="en-US" sz="1600" i="0" u="none" strike="noStrike" cap="none" dirty="0">
                <a:solidFill>
                  <a:srgbClr val="0C0C0C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College of Engineering – AIDS - SY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A3811E5-C666-2CC8-E3F0-422B0EA661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12511"/>
            <a:ext cx="9192126" cy="4551375"/>
          </a:xfrm>
          <a:prstGeom prst="rect">
            <a:avLst/>
          </a:prstGeom>
        </p:spPr>
      </p:pic>
      <p:sp>
        <p:nvSpPr>
          <p:cNvPr id="28" name="Google Shape;28;p2"/>
          <p:cNvSpPr txBox="1"/>
          <p:nvPr/>
        </p:nvSpPr>
        <p:spPr>
          <a:xfrm>
            <a:off x="1563624" y="10668"/>
            <a:ext cx="6217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800"/>
              <a:buFont typeface="Times New Roman"/>
              <a:buNone/>
            </a:pPr>
            <a:r>
              <a:rPr lang="en-US" sz="2800" b="1" dirty="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IDEA TITLE</a:t>
            </a:r>
            <a:endParaRPr sz="2800" dirty="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" name="Google Shape;37;p2"/>
          <p:cNvSpPr txBox="1"/>
          <p:nvPr/>
        </p:nvSpPr>
        <p:spPr>
          <a:xfrm>
            <a:off x="6583680" y="338328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endParaRPr sz="100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-1" y="4864608"/>
            <a:ext cx="9144001" cy="278892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@AITHON2.0 Template Submission</a:t>
            </a:r>
            <a:endParaRPr/>
          </a:p>
        </p:txBody>
      </p:sp>
      <p:pic>
        <p:nvPicPr>
          <p:cNvPr id="39" name="Google Shape;39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7102" y="18088"/>
            <a:ext cx="1195938" cy="496311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40;p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57402" y="51230"/>
            <a:ext cx="1631851" cy="43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381AEE3-5E04-BCBD-9CB5-D9E9E10331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76925"/>
            <a:ext cx="9144000" cy="4378334"/>
          </a:xfrm>
          <a:prstGeom prst="rect">
            <a:avLst/>
          </a:prstGeom>
        </p:spPr>
      </p:pic>
      <p:sp>
        <p:nvSpPr>
          <p:cNvPr id="46" name="Google Shape;46;p3"/>
          <p:cNvSpPr txBox="1"/>
          <p:nvPr/>
        </p:nvSpPr>
        <p:spPr>
          <a:xfrm>
            <a:off x="1551492" y="2286"/>
            <a:ext cx="6217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800"/>
              <a:buFont typeface="Times New Roman"/>
              <a:buNone/>
            </a:pPr>
            <a:r>
              <a:rPr lang="en-US" sz="2800" b="1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TECHNICAL APPROACH</a:t>
            </a:r>
            <a:endParaRPr sz="280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-1" y="4864608"/>
            <a:ext cx="9144001" cy="278892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@AITHON2.0 Template Submission</a:t>
            </a:r>
            <a:endParaRPr/>
          </a:p>
        </p:txBody>
      </p:sp>
      <p:pic>
        <p:nvPicPr>
          <p:cNvPr id="52" name="Google Shape;52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7102" y="107713"/>
            <a:ext cx="1195938" cy="496311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57402" y="120112"/>
            <a:ext cx="1631851" cy="43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8BCD44E-A713-8C1E-DF5A-B4FAE2155D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40142"/>
            <a:ext cx="9144000" cy="4512296"/>
          </a:xfrm>
          <a:prstGeom prst="rect">
            <a:avLst/>
          </a:prstGeom>
        </p:spPr>
      </p:pic>
      <p:sp>
        <p:nvSpPr>
          <p:cNvPr id="60" name="Google Shape;60;p4"/>
          <p:cNvSpPr txBox="1"/>
          <p:nvPr/>
        </p:nvSpPr>
        <p:spPr>
          <a:xfrm>
            <a:off x="1463040" y="5107"/>
            <a:ext cx="6217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800"/>
              <a:buFont typeface="Times New Roman"/>
              <a:buNone/>
            </a:pPr>
            <a:r>
              <a:rPr lang="en-US" sz="2800" b="1" dirty="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FEASIBILITY AND VIABILITY</a:t>
            </a:r>
            <a:endParaRPr sz="2800" dirty="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-1" y="4864608"/>
            <a:ext cx="9144001" cy="278892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@AITHON2.0 Template Submission</a:t>
            </a:r>
            <a:endParaRPr/>
          </a:p>
        </p:txBody>
      </p:sp>
      <p:pic>
        <p:nvPicPr>
          <p:cNvPr id="70" name="Google Shape;70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7102" y="107713"/>
            <a:ext cx="1195938" cy="496311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57402" y="120112"/>
            <a:ext cx="1631851" cy="43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08690DE-AA9F-5969-F0DD-3483CA5EDBC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752"/>
          <a:stretch>
            <a:fillRect/>
          </a:stretch>
        </p:blipFill>
        <p:spPr>
          <a:xfrm>
            <a:off x="2430" y="577311"/>
            <a:ext cx="9141570" cy="4271191"/>
          </a:xfrm>
          <a:prstGeom prst="rect">
            <a:avLst/>
          </a:prstGeom>
        </p:spPr>
      </p:pic>
      <p:sp>
        <p:nvSpPr>
          <p:cNvPr id="77" name="Google Shape;77;p5"/>
          <p:cNvSpPr txBox="1"/>
          <p:nvPr/>
        </p:nvSpPr>
        <p:spPr>
          <a:xfrm>
            <a:off x="1463040" y="9385"/>
            <a:ext cx="6217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800"/>
              <a:buFont typeface="Times New Roman"/>
              <a:buNone/>
            </a:pPr>
            <a:r>
              <a:rPr lang="en-US" sz="2800" b="1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IMPACT AND BENEFITS</a:t>
            </a:r>
            <a:endParaRPr sz="280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-1" y="4864608"/>
            <a:ext cx="9144001" cy="278892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@AITHON2.0 Template Submission</a:t>
            </a:r>
            <a:endParaRPr/>
          </a:p>
        </p:txBody>
      </p:sp>
      <p:pic>
        <p:nvPicPr>
          <p:cNvPr id="106" name="Google Shape;106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7102" y="107713"/>
            <a:ext cx="1195938" cy="4963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57402" y="120112"/>
            <a:ext cx="1631851" cy="43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7BFE55A-D695-DF8A-6FAE-05209E8BB50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381"/>
          <a:stretch>
            <a:fillRect/>
          </a:stretch>
        </p:blipFill>
        <p:spPr>
          <a:xfrm>
            <a:off x="0" y="560096"/>
            <a:ext cx="9144000" cy="4270114"/>
          </a:xfrm>
          <a:prstGeom prst="rect">
            <a:avLst/>
          </a:prstGeom>
        </p:spPr>
      </p:pic>
      <p:sp>
        <p:nvSpPr>
          <p:cNvPr id="113" name="Google Shape;113;p6"/>
          <p:cNvSpPr txBox="1"/>
          <p:nvPr/>
        </p:nvSpPr>
        <p:spPr>
          <a:xfrm>
            <a:off x="1364566" y="80718"/>
            <a:ext cx="6217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800"/>
              <a:buFont typeface="Times New Roman"/>
              <a:buNone/>
            </a:pPr>
            <a:r>
              <a:rPr lang="en-US" sz="2800" b="1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AND REFERENCES</a:t>
            </a:r>
            <a:endParaRPr sz="280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8" name="Google Shape;118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7102" y="107713"/>
            <a:ext cx="1195938" cy="496311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6"/>
          <p:cNvSpPr/>
          <p:nvPr/>
        </p:nvSpPr>
        <p:spPr>
          <a:xfrm>
            <a:off x="-1" y="4864608"/>
            <a:ext cx="9144001" cy="278892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@AITHON2.0 Template Submission</a:t>
            </a:r>
            <a:endParaRPr/>
          </a:p>
        </p:txBody>
      </p:sp>
      <p:pic>
        <p:nvPicPr>
          <p:cNvPr id="120" name="Google Shape;120;p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57402" y="120112"/>
            <a:ext cx="1631851" cy="43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C2507D5-788D-2E56-C210-496399D574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6005" y="937157"/>
            <a:ext cx="1472321" cy="71457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8CCA695-D440-0C19-7952-E6B653F777B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15049" y="937157"/>
            <a:ext cx="1472321" cy="71553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036E3A2-AE0B-9601-ED2E-7D5C0172D1F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2411" y="1686134"/>
            <a:ext cx="1472322" cy="71553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2573679-B7FD-5A30-54D5-49583A7FB16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15049" y="1686134"/>
            <a:ext cx="1472321" cy="71745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148</Words>
  <Application>Microsoft Office PowerPoint</Application>
  <PresentationFormat>On-screen Show (16:9)</PresentationFormat>
  <Paragraphs>29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PptxGenJS</dc:creator>
  <cp:lastModifiedBy>Rutuja Deshmukh</cp:lastModifiedBy>
  <cp:revision>7</cp:revision>
  <dcterms:created xsi:type="dcterms:W3CDTF">2026-09-05T05:55:12Z</dcterms:created>
  <dcterms:modified xsi:type="dcterms:W3CDTF">2026-10-04T18:35:16Z</dcterms:modified>
</cp:coreProperties>
</file>