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070F0B-2F2A-4371-9DF4-33F6B32105E9}" v="10" dt="2026-09-16T16:30:29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tuja Deshmukh" userId="6af49f571885653d" providerId="LiveId" clId="{60207A8F-046D-4ADF-821A-D1C26A6C55C7}"/>
    <pc:docChg chg="undo custSel modSld">
      <pc:chgData name="Rutuja Deshmukh" userId="6af49f571885653d" providerId="LiveId" clId="{60207A8F-046D-4ADF-821A-D1C26A6C55C7}" dt="2026-09-16T16:41:29.215" v="277" actId="167"/>
      <pc:docMkLst>
        <pc:docMk/>
      </pc:docMkLst>
      <pc:sldChg chg="addSp delSp modSp mod">
        <pc:chgData name="Rutuja Deshmukh" userId="6af49f571885653d" providerId="LiveId" clId="{60207A8F-046D-4ADF-821A-D1C26A6C55C7}" dt="2026-09-16T16:37:38.870" v="228" actId="478"/>
        <pc:sldMkLst>
          <pc:docMk/>
          <pc:sldMk cId="0" sldId="281"/>
        </pc:sldMkLst>
        <pc:spChg chg="del">
          <ac:chgData name="Rutuja Deshmukh" userId="6af49f571885653d" providerId="LiveId" clId="{60207A8F-046D-4ADF-821A-D1C26A6C55C7}" dt="2026-09-16T16:37:38.870" v="228" actId="478"/>
          <ac:spMkLst>
            <pc:docMk/>
            <pc:sldMk cId="0" sldId="281"/>
            <ac:spMk id="7" creationId="{00000000-0000-0000-0000-000000000000}"/>
          </ac:spMkLst>
        </pc:spChg>
        <pc:spChg chg="mod">
          <ac:chgData name="Rutuja Deshmukh" userId="6af49f571885653d" providerId="LiveId" clId="{60207A8F-046D-4ADF-821A-D1C26A6C55C7}" dt="2026-09-16T16:32:43.819" v="187" actId="1076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Rutuja Deshmukh" userId="6af49f571885653d" providerId="LiveId" clId="{60207A8F-046D-4ADF-821A-D1C26A6C55C7}" dt="2026-09-16T16:31:29.307" v="175"/>
          <ac:spMkLst>
            <pc:docMk/>
            <pc:sldMk cId="0" sldId="281"/>
            <ac:spMk id="15362" creationId="{00000000-0000-0000-0000-000000000000}"/>
          </ac:spMkLst>
        </pc:spChg>
        <pc:picChg chg="add mod ord">
          <ac:chgData name="Rutuja Deshmukh" userId="6af49f571885653d" providerId="LiveId" clId="{60207A8F-046D-4ADF-821A-D1C26A6C55C7}" dt="2026-09-16T16:33:29.204" v="195" actId="14100"/>
          <ac:picMkLst>
            <pc:docMk/>
            <pc:sldMk cId="0" sldId="281"/>
            <ac:picMk id="3" creationId="{3FBA855F-B264-C710-8269-EE6DD00A09CB}"/>
          </ac:picMkLst>
        </pc:picChg>
        <pc:picChg chg="mod">
          <ac:chgData name="Rutuja Deshmukh" userId="6af49f571885653d" providerId="LiveId" clId="{60207A8F-046D-4ADF-821A-D1C26A6C55C7}" dt="2026-09-16T16:32:39.666" v="186" actId="14100"/>
          <ac:picMkLst>
            <pc:docMk/>
            <pc:sldMk cId="0" sldId="281"/>
            <ac:picMk id="12" creationId="{95D973DF-00A2-08D0-73A0-382EBD6B6B1D}"/>
          </ac:picMkLst>
        </pc:picChg>
        <pc:picChg chg="mod">
          <ac:chgData name="Rutuja Deshmukh" userId="6af49f571885653d" providerId="LiveId" clId="{60207A8F-046D-4ADF-821A-D1C26A6C55C7}" dt="2026-09-16T16:32:52.072" v="189" actId="1076"/>
          <ac:picMkLst>
            <pc:docMk/>
            <pc:sldMk cId="0" sldId="281"/>
            <ac:picMk id="14" creationId="{ABFE1498-92A2-BC2B-E780-150E66F9BC6D}"/>
          </ac:picMkLst>
        </pc:picChg>
      </pc:sldChg>
      <pc:sldChg chg="addSp delSp modSp mod">
        <pc:chgData name="Rutuja Deshmukh" userId="6af49f571885653d" providerId="LiveId" clId="{60207A8F-046D-4ADF-821A-D1C26A6C55C7}" dt="2026-09-16T16:37:33.304" v="227" actId="478"/>
        <pc:sldMkLst>
          <pc:docMk/>
          <pc:sldMk cId="0" sldId="290"/>
        </pc:sldMkLst>
        <pc:spChg chg="del mod">
          <ac:chgData name="Rutuja Deshmukh" userId="6af49f571885653d" providerId="LiveId" clId="{60207A8F-046D-4ADF-821A-D1C26A6C55C7}" dt="2026-09-16T16:37:33.304" v="227" actId="478"/>
          <ac:spMkLst>
            <pc:docMk/>
            <pc:sldMk cId="0" sldId="290"/>
            <ac:spMk id="7" creationId="{00000000-0000-0000-0000-000000000000}"/>
          </ac:spMkLst>
        </pc:spChg>
        <pc:spChg chg="mod">
          <ac:chgData name="Rutuja Deshmukh" userId="6af49f571885653d" providerId="LiveId" clId="{60207A8F-046D-4ADF-821A-D1C26A6C55C7}" dt="2026-09-16T16:34:34.829" v="200" actId="1076"/>
          <ac:spMkLst>
            <pc:docMk/>
            <pc:sldMk cId="0" sldId="290"/>
            <ac:spMk id="17409" creationId="{00000000-0000-0000-0000-000000000000}"/>
          </ac:spMkLst>
        </pc:spChg>
        <pc:spChg chg="del mod">
          <ac:chgData name="Rutuja Deshmukh" userId="6af49f571885653d" providerId="LiveId" clId="{60207A8F-046D-4ADF-821A-D1C26A6C55C7}" dt="2026-09-16T16:34:37.517" v="203"/>
          <ac:spMkLst>
            <pc:docMk/>
            <pc:sldMk cId="0" sldId="290"/>
            <ac:spMk id="17410" creationId="{00000000-0000-0000-0000-000000000000}"/>
          </ac:spMkLst>
        </pc:spChg>
        <pc:picChg chg="mod">
          <ac:chgData name="Rutuja Deshmukh" userId="6af49f571885653d" providerId="LiveId" clId="{60207A8F-046D-4ADF-821A-D1C26A6C55C7}" dt="2026-09-16T16:34:24.479" v="197" actId="1076"/>
          <ac:picMkLst>
            <pc:docMk/>
            <pc:sldMk cId="0" sldId="290"/>
            <ac:picMk id="3" creationId="{1D08A680-190A-6528-F2BE-1D6DE228B412}"/>
          </ac:picMkLst>
        </pc:picChg>
        <pc:picChg chg="add mod ord modCrop">
          <ac:chgData name="Rutuja Deshmukh" userId="6af49f571885653d" providerId="LiveId" clId="{60207A8F-046D-4ADF-821A-D1C26A6C55C7}" dt="2026-09-16T16:36:47.562" v="225" actId="732"/>
          <ac:picMkLst>
            <pc:docMk/>
            <pc:sldMk cId="0" sldId="290"/>
            <ac:picMk id="4" creationId="{584400B7-9B63-3FEC-2E20-4E9F2B7DBC05}"/>
          </ac:picMkLst>
        </pc:picChg>
        <pc:picChg chg="mod">
          <ac:chgData name="Rutuja Deshmukh" userId="6af49f571885653d" providerId="LiveId" clId="{60207A8F-046D-4ADF-821A-D1C26A6C55C7}" dt="2026-09-16T16:34:30.703" v="199" actId="1076"/>
          <ac:picMkLst>
            <pc:docMk/>
            <pc:sldMk cId="0" sldId="290"/>
            <ac:picMk id="5" creationId="{A45A9367-E514-7BED-B11D-26419E4C83CE}"/>
          </ac:picMkLst>
        </pc:picChg>
      </pc:sldChg>
      <pc:sldChg chg="addSp delSp modSp mod">
        <pc:chgData name="Rutuja Deshmukh" userId="6af49f571885653d" providerId="LiveId" clId="{60207A8F-046D-4ADF-821A-D1C26A6C55C7}" dt="2026-09-16T16:39:08.917" v="245" actId="167"/>
        <pc:sldMkLst>
          <pc:docMk/>
          <pc:sldMk cId="3753387913" sldId="293"/>
        </pc:sldMkLst>
        <pc:spChg chg="del">
          <ac:chgData name="Rutuja Deshmukh" userId="6af49f571885653d" providerId="LiveId" clId="{60207A8F-046D-4ADF-821A-D1C26A6C55C7}" dt="2026-09-16T16:38:07.391" v="238" actId="478"/>
          <ac:spMkLst>
            <pc:docMk/>
            <pc:sldMk cId="3753387913" sldId="293"/>
            <ac:spMk id="7" creationId="{00000000-0000-0000-0000-000000000000}"/>
          </ac:spMkLst>
        </pc:spChg>
        <pc:spChg chg="mod">
          <ac:chgData name="Rutuja Deshmukh" userId="6af49f571885653d" providerId="LiveId" clId="{60207A8F-046D-4ADF-821A-D1C26A6C55C7}" dt="2026-09-16T16:38:00.606" v="234" actId="1076"/>
          <ac:spMkLst>
            <pc:docMk/>
            <pc:sldMk cId="3753387913" sldId="293"/>
            <ac:spMk id="17409" creationId="{00000000-0000-0000-0000-000000000000}"/>
          </ac:spMkLst>
        </pc:spChg>
        <pc:spChg chg="del mod">
          <ac:chgData name="Rutuja Deshmukh" userId="6af49f571885653d" providerId="LiveId" clId="{60207A8F-046D-4ADF-821A-D1C26A6C55C7}" dt="2026-09-16T16:38:04.856" v="237"/>
          <ac:spMkLst>
            <pc:docMk/>
            <pc:sldMk cId="3753387913" sldId="293"/>
            <ac:spMk id="17410" creationId="{00000000-0000-0000-0000-000000000000}"/>
          </ac:spMkLst>
        </pc:spChg>
        <pc:picChg chg="mod">
          <ac:chgData name="Rutuja Deshmukh" userId="6af49f571885653d" providerId="LiveId" clId="{60207A8F-046D-4ADF-821A-D1C26A6C55C7}" dt="2026-09-16T16:37:45.726" v="230" actId="1076"/>
          <ac:picMkLst>
            <pc:docMk/>
            <pc:sldMk cId="3753387913" sldId="293"/>
            <ac:picMk id="3" creationId="{2E8878FC-25E7-6939-B48C-9842A3F0FC45}"/>
          </ac:picMkLst>
        </pc:picChg>
        <pc:picChg chg="add mod ord modCrop">
          <ac:chgData name="Rutuja Deshmukh" userId="6af49f571885653d" providerId="LiveId" clId="{60207A8F-046D-4ADF-821A-D1C26A6C55C7}" dt="2026-09-16T16:39:08.917" v="245" actId="167"/>
          <ac:picMkLst>
            <pc:docMk/>
            <pc:sldMk cId="3753387913" sldId="293"/>
            <ac:picMk id="4" creationId="{ABD2C14A-B347-4E6B-4BF7-CDC0BF38D80E}"/>
          </ac:picMkLst>
        </pc:picChg>
        <pc:picChg chg="mod">
          <ac:chgData name="Rutuja Deshmukh" userId="6af49f571885653d" providerId="LiveId" clId="{60207A8F-046D-4ADF-821A-D1C26A6C55C7}" dt="2026-09-16T16:37:56.031" v="233" actId="14100"/>
          <ac:picMkLst>
            <pc:docMk/>
            <pc:sldMk cId="3753387913" sldId="293"/>
            <ac:picMk id="5" creationId="{9F46D967-6BAC-38BE-C906-0D1E9166BAF7}"/>
          </ac:picMkLst>
        </pc:picChg>
      </pc:sldChg>
      <pc:sldChg chg="addSp delSp modSp mod">
        <pc:chgData name="Rutuja Deshmukh" userId="6af49f571885653d" providerId="LiveId" clId="{60207A8F-046D-4ADF-821A-D1C26A6C55C7}" dt="2026-09-16T16:40:41.326" v="265" actId="171"/>
        <pc:sldMkLst>
          <pc:docMk/>
          <pc:sldMk cId="2997144140" sldId="294"/>
        </pc:sldMkLst>
        <pc:spChg chg="del">
          <ac:chgData name="Rutuja Deshmukh" userId="6af49f571885653d" providerId="LiveId" clId="{60207A8F-046D-4ADF-821A-D1C26A6C55C7}" dt="2026-09-16T16:39:24.630" v="249" actId="478"/>
          <ac:spMkLst>
            <pc:docMk/>
            <pc:sldMk cId="2997144140" sldId="294"/>
            <ac:spMk id="7" creationId="{00000000-0000-0000-0000-000000000000}"/>
          </ac:spMkLst>
        </pc:spChg>
        <pc:spChg chg="mod">
          <ac:chgData name="Rutuja Deshmukh" userId="6af49f571885653d" providerId="LiveId" clId="{60207A8F-046D-4ADF-821A-D1C26A6C55C7}" dt="2026-09-16T16:39:43.862" v="254" actId="1076"/>
          <ac:spMkLst>
            <pc:docMk/>
            <pc:sldMk cId="2997144140" sldId="294"/>
            <ac:spMk id="17409" creationId="{00000000-0000-0000-0000-000000000000}"/>
          </ac:spMkLst>
        </pc:spChg>
        <pc:spChg chg="del mod">
          <ac:chgData name="Rutuja Deshmukh" userId="6af49f571885653d" providerId="LiveId" clId="{60207A8F-046D-4ADF-821A-D1C26A6C55C7}" dt="2026-09-16T16:39:22.422" v="248"/>
          <ac:spMkLst>
            <pc:docMk/>
            <pc:sldMk cId="2997144140" sldId="294"/>
            <ac:spMk id="17410" creationId="{00000000-0000-0000-0000-000000000000}"/>
          </ac:spMkLst>
        </pc:spChg>
        <pc:picChg chg="mod">
          <ac:chgData name="Rutuja Deshmukh" userId="6af49f571885653d" providerId="LiveId" clId="{60207A8F-046D-4ADF-821A-D1C26A6C55C7}" dt="2026-09-16T16:39:30.931" v="251" actId="1076"/>
          <ac:picMkLst>
            <pc:docMk/>
            <pc:sldMk cId="2997144140" sldId="294"/>
            <ac:picMk id="3" creationId="{B2098B3B-5A2B-AE7C-30E6-A59A37ECA42C}"/>
          </ac:picMkLst>
        </pc:picChg>
        <pc:picChg chg="add mod ord modCrop">
          <ac:chgData name="Rutuja Deshmukh" userId="6af49f571885653d" providerId="LiveId" clId="{60207A8F-046D-4ADF-821A-D1C26A6C55C7}" dt="2026-09-16T16:40:41.326" v="265" actId="171"/>
          <ac:picMkLst>
            <pc:docMk/>
            <pc:sldMk cId="2997144140" sldId="294"/>
            <ac:picMk id="4" creationId="{E9B7EF2A-C851-04B3-9452-ED2C57FF79DF}"/>
          </ac:picMkLst>
        </pc:picChg>
        <pc:picChg chg="mod">
          <ac:chgData name="Rutuja Deshmukh" userId="6af49f571885653d" providerId="LiveId" clId="{60207A8F-046D-4ADF-821A-D1C26A6C55C7}" dt="2026-09-16T16:39:36.725" v="253" actId="1076"/>
          <ac:picMkLst>
            <pc:docMk/>
            <pc:sldMk cId="2997144140" sldId="294"/>
            <ac:picMk id="5" creationId="{28955AD3-8870-1227-48F9-E9DC9DC973A9}"/>
          </ac:picMkLst>
        </pc:picChg>
      </pc:sldChg>
      <pc:sldChg chg="addSp delSp modSp mod">
        <pc:chgData name="Rutuja Deshmukh" userId="6af49f571885653d" providerId="LiveId" clId="{60207A8F-046D-4ADF-821A-D1C26A6C55C7}" dt="2026-09-16T16:41:29.215" v="277" actId="167"/>
        <pc:sldMkLst>
          <pc:docMk/>
          <pc:sldMk cId="3916788613" sldId="296"/>
        </pc:sldMkLst>
        <pc:spChg chg="mod">
          <ac:chgData name="Rutuja Deshmukh" userId="6af49f571885653d" providerId="LiveId" clId="{60207A8F-046D-4ADF-821A-D1C26A6C55C7}" dt="2026-09-16T16:40:33.991" v="264" actId="1076"/>
          <ac:spMkLst>
            <pc:docMk/>
            <pc:sldMk cId="3916788613" sldId="296"/>
            <ac:spMk id="17409" creationId="{00000000-0000-0000-0000-000000000000}"/>
          </ac:spMkLst>
        </pc:spChg>
        <pc:spChg chg="del mod">
          <ac:chgData name="Rutuja Deshmukh" userId="6af49f571885653d" providerId="LiveId" clId="{60207A8F-046D-4ADF-821A-D1C26A6C55C7}" dt="2026-09-16T16:40:50.073" v="268"/>
          <ac:spMkLst>
            <pc:docMk/>
            <pc:sldMk cId="3916788613" sldId="296"/>
            <ac:spMk id="17410" creationId="{00000000-0000-0000-0000-000000000000}"/>
          </ac:spMkLst>
        </pc:spChg>
        <pc:picChg chg="mod">
          <ac:chgData name="Rutuja Deshmukh" userId="6af49f571885653d" providerId="LiveId" clId="{60207A8F-046D-4ADF-821A-D1C26A6C55C7}" dt="2026-09-16T16:40:26.544" v="261" actId="1076"/>
          <ac:picMkLst>
            <pc:docMk/>
            <pc:sldMk cId="3916788613" sldId="296"/>
            <ac:picMk id="3" creationId="{CBAD4616-B4A9-A639-7A97-B263F181A0B1}"/>
          </ac:picMkLst>
        </pc:picChg>
        <pc:picChg chg="add mod ord modCrop">
          <ac:chgData name="Rutuja Deshmukh" userId="6af49f571885653d" providerId="LiveId" clId="{60207A8F-046D-4ADF-821A-D1C26A6C55C7}" dt="2026-09-16T16:41:29.215" v="277" actId="167"/>
          <ac:picMkLst>
            <pc:docMk/>
            <pc:sldMk cId="3916788613" sldId="296"/>
            <ac:picMk id="4" creationId="{CCF0F797-0D53-1414-C5FA-911EE1A7530E}"/>
          </ac:picMkLst>
        </pc:picChg>
        <pc:picChg chg="mod">
          <ac:chgData name="Rutuja Deshmukh" userId="6af49f571885653d" providerId="LiveId" clId="{60207A8F-046D-4ADF-821A-D1C26A6C55C7}" dt="2026-09-16T16:40:31.242" v="263" actId="1076"/>
          <ac:picMkLst>
            <pc:docMk/>
            <pc:sldMk cId="3916788613" sldId="296"/>
            <ac:picMk id="5" creationId="{62DD8424-A0C2-B9BF-74C0-DBCEAE9FC5EA}"/>
          </ac:picMkLst>
        </pc:picChg>
      </pc:sldChg>
      <pc:sldChg chg="addSp modSp mod">
        <pc:chgData name="Rutuja Deshmukh" userId="6af49f571885653d" providerId="LiveId" clId="{60207A8F-046D-4ADF-821A-D1C26A6C55C7}" dt="2026-09-16T16:31:21.442" v="172" actId="113"/>
        <pc:sldMkLst>
          <pc:docMk/>
          <pc:sldMk cId="3493035078" sldId="298"/>
        </pc:sldMkLst>
        <pc:spChg chg="add mod">
          <ac:chgData name="Rutuja Deshmukh" userId="6af49f571885653d" providerId="LiveId" clId="{60207A8F-046D-4ADF-821A-D1C26A6C55C7}" dt="2026-09-16T16:31:08.175" v="169" actId="1076"/>
          <ac:spMkLst>
            <pc:docMk/>
            <pc:sldMk cId="3493035078" sldId="298"/>
            <ac:spMk id="5" creationId="{9CD4440A-5B12-F509-DB73-B6CDD529ACC8}"/>
          </ac:spMkLst>
        </pc:spChg>
        <pc:spChg chg="mod">
          <ac:chgData name="Rutuja Deshmukh" userId="6af49f571885653d" providerId="LiveId" clId="{60207A8F-046D-4ADF-821A-D1C26A6C55C7}" dt="2026-09-16T16:31:21.442" v="172" actId="113"/>
          <ac:spMkLst>
            <pc:docMk/>
            <pc:sldMk cId="3493035078" sldId="298"/>
            <ac:spMk id="14" creationId="{4DED66E1-1052-8638-3E15-56A079B48E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443470-861F-4D84-EA93-3F2FBF64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D942B46-E710-219C-AAC0-6D7A539AED20}"/>
              </a:ext>
            </a:extLst>
          </p:cNvPr>
          <p:cNvSpPr txBox="1">
            <a:spLocks/>
          </p:cNvSpPr>
          <p:nvPr/>
        </p:nvSpPr>
        <p:spPr>
          <a:xfrm>
            <a:off x="3378640" y="361008"/>
            <a:ext cx="5434719" cy="87443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Garamond" panose="02020404030301010803" pitchFamily="18" charset="0"/>
              </a:rPr>
              <a:t>TECHFUSION </a:t>
            </a:r>
            <a:endParaRPr lang="en-IN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Picture 5" descr="Home">
            <a:extLst>
              <a:ext uri="{FF2B5EF4-FFF2-40B4-BE49-F238E27FC236}">
                <a16:creationId xmlns:a16="http://schemas.microsoft.com/office/drawing/2014/main" id="{F54F5BA4-11BC-4AFB-22F8-284316A1E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23" y="322752"/>
            <a:ext cx="2294122" cy="848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C6B51C-48A1-F236-7B0B-CD1F6FC07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309" y="13437"/>
            <a:ext cx="2558581" cy="12220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ED66E1-1052-8638-3E15-56A079B48E8E}"/>
              </a:ext>
            </a:extLst>
          </p:cNvPr>
          <p:cNvSpPr txBox="1"/>
          <p:nvPr/>
        </p:nvSpPr>
        <p:spPr>
          <a:xfrm>
            <a:off x="296484" y="1550832"/>
            <a:ext cx="1128591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- PS1 -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AI Learning Assistant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SkillMatix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name –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Rutuja Deshmukh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Rajshree Patil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Manthan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Hingmire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Prathamesh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Gadakh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 Bhujbal Knowledge City,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Engineering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4440A-5B12-F509-DB73-B6CDD529ACC8}"/>
              </a:ext>
            </a:extLst>
          </p:cNvPr>
          <p:cNvSpPr txBox="1"/>
          <p:nvPr/>
        </p:nvSpPr>
        <p:spPr>
          <a:xfrm>
            <a:off x="577146" y="1073778"/>
            <a:ext cx="110052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ADAPTED AI</a:t>
            </a:r>
          </a:p>
          <a:p>
            <a:pPr algn="ctr">
              <a:buNone/>
            </a:pPr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That Adapts to Every Student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03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BA855F-B264-C710-8269-EE6DD00A0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501"/>
            <a:ext cx="12192000" cy="6461103"/>
          </a:xfrm>
          <a:prstGeom prst="rect">
            <a:avLst/>
          </a:prstGeom>
        </p:spPr>
      </p:pic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571499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 descr="Home">
            <a:extLst>
              <a:ext uri="{FF2B5EF4-FFF2-40B4-BE49-F238E27FC236}">
                <a16:creationId xmlns:a16="http://schemas.microsoft.com/office/drawing/2014/main" id="{95D973DF-00A2-08D0-73A0-382EBD6B6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23" y="1"/>
            <a:ext cx="1506165" cy="5568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FE1498-92A2-BC2B-E780-150E66F9B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0" y="0"/>
            <a:ext cx="1662016" cy="7937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4400B7-9B63-3FEC-2E20-4E9F2B7DBC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" t="5930" r="1000" b="3328"/>
          <a:stretch>
            <a:fillRect/>
          </a:stretch>
        </p:blipFill>
        <p:spPr>
          <a:xfrm>
            <a:off x="0" y="665601"/>
            <a:ext cx="12192000" cy="6192399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96803" y="-24874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 descr="Home">
            <a:extLst>
              <a:ext uri="{FF2B5EF4-FFF2-40B4-BE49-F238E27FC236}">
                <a16:creationId xmlns:a16="http://schemas.microsoft.com/office/drawing/2014/main" id="{1D08A680-190A-6528-F2BE-1D6DE228B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51" y="40937"/>
            <a:ext cx="1524453" cy="563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A9367-E514-7BED-B11D-26419E4C8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9901" y="0"/>
            <a:ext cx="1650179" cy="7881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D2C14A-B347-4E6B-4BF7-CDC0BF38D8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11" b="3175"/>
          <a:stretch>
            <a:fillRect/>
          </a:stretch>
        </p:blipFill>
        <p:spPr>
          <a:xfrm>
            <a:off x="0" y="667512"/>
            <a:ext cx="12192000" cy="6190488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8962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 descr="Home">
            <a:extLst>
              <a:ext uri="{FF2B5EF4-FFF2-40B4-BE49-F238E27FC236}">
                <a16:creationId xmlns:a16="http://schemas.microsoft.com/office/drawing/2014/main" id="{2E8878FC-25E7-6939-B48C-9842A3F0F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68" y="95948"/>
            <a:ext cx="1413152" cy="5224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46D967-6BAC-38BE-C906-0D1E9166B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4737" y="19299"/>
            <a:ext cx="1592463" cy="76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319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 descr="Home">
            <a:extLst>
              <a:ext uri="{FF2B5EF4-FFF2-40B4-BE49-F238E27FC236}">
                <a16:creationId xmlns:a16="http://schemas.microsoft.com/office/drawing/2014/main" id="{B2098B3B-5A2B-AE7C-30E6-A59A37ECA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68" y="19299"/>
            <a:ext cx="1486304" cy="5495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B7EF2A-C851-04B3-9452-ED2C57FF79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78" b="1965"/>
          <a:stretch>
            <a:fillRect/>
          </a:stretch>
        </p:blipFill>
        <p:spPr>
          <a:xfrm>
            <a:off x="0" y="602866"/>
            <a:ext cx="12192000" cy="62358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955AD3-8870-1227-48F9-E9DC9DC97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0" y="0"/>
            <a:ext cx="1702192" cy="81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F0F797-0D53-1414-C5FA-911EE1A753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6" t="12703" r="1199" b="1990"/>
          <a:stretch>
            <a:fillRect/>
          </a:stretch>
        </p:blipFill>
        <p:spPr>
          <a:xfrm>
            <a:off x="70437" y="688638"/>
            <a:ext cx="12121563" cy="6169362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7179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 descr="Home">
            <a:extLst>
              <a:ext uri="{FF2B5EF4-FFF2-40B4-BE49-F238E27FC236}">
                <a16:creationId xmlns:a16="http://schemas.microsoft.com/office/drawing/2014/main" id="{CBAD4616-B4A9-A639-7A97-B263F181A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46" y="0"/>
            <a:ext cx="1621202" cy="599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DD8424-A0C2-B9BF-74C0-DBCEAE9FC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0" y="0"/>
            <a:ext cx="1695998" cy="81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7563</TotalTime>
  <Words>86</Words>
  <Application>Microsoft Office PowerPoint</Application>
  <PresentationFormat>Widescreen</PresentationFormat>
  <Paragraphs>31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PowerPoint Presentation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Rutuja Deshmukh</cp:lastModifiedBy>
  <cp:revision>149</cp:revision>
  <dcterms:created xsi:type="dcterms:W3CDTF">2013-12-12T18:46:50Z</dcterms:created>
  <dcterms:modified xsi:type="dcterms:W3CDTF">2026-09-16T16:41:31Z</dcterms:modified>
  <cp:category/>
</cp:coreProperties>
</file>